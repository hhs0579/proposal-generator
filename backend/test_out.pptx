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3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304" r:id="rId2"/>
    <p:sldId id="306" r:id="rId3"/>
    <p:sldId id="307" r:id="rId4"/>
    <p:sldId id="308" r:id="rId5"/>
    <p:sldId id="309" r:id="rId6"/>
    <p:sldId id="310" r:id="rId7"/>
    <p:sldId id="256" r:id="rId8"/>
    <p:sldId id="311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5" r:id="rId47"/>
    <p:sldId id="294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5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78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DED6C7">
                <a:alpha val="8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>
                <a:latin typeface="Noto Sans CJK KR"/>
              </a:defRPr>
            </a:pPr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smartstore.naver.com/bestheim/products/9959332869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martstore.naver.com/bestheim/products/13590321258" TargetMode="Externa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hyperlink" Target="https://smartstore.naver.com/bestheim/products/12543132314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smartstore.naver.com/bestheim/products/13458773532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Relationship Id="rId4" Type="http://schemas.openxmlformats.org/officeDocument/2006/relationships/hyperlink" Target="https://smartstore.naver.com/bestheim/products/11724973376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3984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39840" y="0"/>
            <a:ext cx="5852160" cy="6858000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88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에쎄르 회사 상품 제안서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31927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20" b="0">
                <a:solidFill>
                  <a:srgbClr val="D7D2CA"/>
                </a:solidFill>
                <a:latin typeface="Noto Sans CJK KR"/>
                <a:ea typeface="Noto Sans CJK KR"/>
                <a:cs typeface="Noto Sans CJK KR"/>
              </a:rPr>
              <a:t>생활가전 · 리빙 · 뷰티케어 · 식품 · 수면 라인업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30936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80" b="0">
                <a:solidFill>
                  <a:srgbClr val="AFAEA9"/>
                </a:solidFill>
                <a:latin typeface="Noto Sans CJK KR"/>
                <a:ea typeface="Noto Sans CJK KR"/>
                <a:cs typeface="Noto Sans CJK KR"/>
              </a:rPr>
              <a:t>2026 PRODUCT LINE-UP 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ESSER B2B 제안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33172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94760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59352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 적합성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복지몰 · 폐쇄몰 · 온라인몰 · 선물/답례품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8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상품군 확장성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생활가전 · 리빙 · 뷰티케어 · 식품 · 수면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9352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운영 편의성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3840480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소비자가 · 원산지 · 구성 · 상세페이지 링크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8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협의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40480"/>
            <a:ext cx="30998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58524C"/>
                </a:solidFill>
                <a:latin typeface="Noto Sans CJK KR"/>
              </a:rPr>
              <a:t>온라인 최저가 · 공급가 · 재고수량 · 배송비 · 카톤수량 · 옵션 및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157216"/>
            <a:ext cx="12344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539496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CATEGORY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카테고리별 상품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8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LINE-UP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1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생활가전부터 식품, 수면, 뷰티케어까지 복수 채널 운영이 가능한 상품군으로 구성되어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91640"/>
            <a:ext cx="199339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카테고리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2744" y="1691640"/>
            <a:ext cx="71323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상품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9128" y="1691640"/>
            <a:ext cx="160020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가격대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210312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추천 채널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249424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HOME APPLIANCE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2744" y="2249424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22종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9128" y="2249424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18,900~499,000원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9424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807208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LIVING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2744" y="2807208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9128" y="2807208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9,000~99,000원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807208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폐쇄몰 · 복지몰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364992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BEAUTY &amp; CARE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52744" y="3364992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39128" y="3364992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12,900~198,000원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364992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선물/답례품 · 온라인몰 · 복지몰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922776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FOOD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2744" y="3922776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5종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39128" y="3922776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3,000~100,900원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922776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복지몰 · 폐쇄몰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480560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SLEEP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52744" y="4480560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3종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4480560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123,000~252,000원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480560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20293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A8693C"/>
                </a:solidFill>
                <a:latin typeface="Noto Sans CJK KR"/>
              </a:rPr>
              <a:t>운영 채널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5495544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복지몰 · 폐쇄몰 · 온라인몰 · 선물/답례품 채널 기준 상품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RECOMMENDED LINE-UP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우선 추천 상품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1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1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브리넥스 물걸레 청소기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잠이솔솔 토퍼 매트리스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1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니카사 스팀다리미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스텐두유제조기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사본느리 비누 세트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1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3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3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 기획전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3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제스톰 텀블러 믹서기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3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촉촉한 영양 맛밤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3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매직그린행주 1+1 40장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3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제넥스 옷걸이 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3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UV-c 살균기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1663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06255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5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프리미엄 선물 추천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프랑스 사본느리 컬렉션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5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델브미 올리브오일 100포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브리넥스 물걸레 청소기 프로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5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메타포 헤어드라이기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5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올스텐 에어프라이어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CHANNEL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채널·시즌별 제안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/ 폐쇄몰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생활가전·수면·프리미엄 선물 중심
임직원 복지, 명절 선물, 입주 선물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온라인몰 / 스마트스토어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저가 진입 상품·묶음 판매 중심
맛밤, 행주, 옷걸이, 소형가전 기획전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선물 / 답례품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비누 세트·올리브오일·소형 케어 상품
브랜드 스토리와 패키지 완성도 강조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시즌 기획전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여름 선풍기, 겨울 가습기·침구, 연말 선물
계절 수요에 맞춘 상품 노출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983480"/>
            <a:ext cx="10972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525780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조건 및 운영 지원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165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Noto Sans CJK KR"/>
              </a:rPr>
              <a:t>거래 조건 6개 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2020000"/>
            <a:ext cx="6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8524C"/>
                </a:solidFill>
                <a:latin typeface="Noto Sans CJK KR"/>
              </a:rPr>
              <a:t>상품별 온라인 최저가, 공급 조건, 재고 및 배송 기준을 빠르게 검토할 수 있도록 정리했습니다.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59039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온라인 최저가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69039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9039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600000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10000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공급가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0000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20000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749039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59039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재고수량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69039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69039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600000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10000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배송비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0000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20000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749039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59039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카톤수량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69039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69039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600000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10000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옵션 및 구성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20000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20000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2,000ml 대용량 유리 컨테이너로 가족 단위 조리에 적합한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21,000rpm 고출력 모터와 8중 입체 칼날로 강력하고 균일한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분쇄기 추가 구성으로 분쇄·블렌딩 기능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최대 24시간 예약 기능으로 편리한 조리 환경 제공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https://smartstore.naver.com/bestheim/products/9959332869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본체:12*18*19.5cm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유리 컨테이너:22*9*27cm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스텐컨테이너:19*9.5*14.5cm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컴팩트한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사이즈와 본체 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+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칼날을 한번에 보관 가능한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 조립없이 안전하고 빠른 교체로 분리세척</a:t>
            </a: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손쉬운 사용가능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안전 설계 인증 완료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과열 방지 안전 잠금 구조로 더욱 안전한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거치모드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핸디모드로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더욱 편리한 사용 기능</a:t>
            </a:r>
            <a:endParaRPr sz="1050" b="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lang="en-US" sz="880" b="0" dirty="0">
                <a:solidFill>
                  <a:srgbClr val="0056AA"/>
                </a:solidFill>
                <a:latin typeface="Noto Sans CJK KR"/>
                <a:hlinkClick r:id="rId3"/>
              </a:rPr>
              <a:t>https://smartstore.naver.com/bestheim/products/13590321258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dirty="0" err="1">
                <a:solidFill>
                  <a:srgbClr val="787878"/>
                </a:solidFill>
                <a:latin typeface="Noto Sans CJK KR"/>
              </a:rPr>
              <a:t>미확정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항목은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공란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처리</a:t>
            </a:r>
            <a:endParaRPr sz="850" b="0" dirty="0">
              <a:solidFill>
                <a:srgbClr val="787878"/>
              </a:solidFill>
              <a:latin typeface="Noto Sans CJK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/>
              <a:t>테스트 가격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43,000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365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아이보리</a:t>
            </a:r>
            <a:r>
              <a:rPr lang="en-US" altLang="ko-KR" sz="900" dirty="0"/>
              <a:t>:2019</a:t>
            </a:r>
            <a:br>
              <a:rPr lang="en-US" altLang="ko-KR" sz="900" dirty="0"/>
            </a:br>
            <a:r>
              <a:rPr lang="ko-KR" altLang="en-US" sz="900" dirty="0"/>
              <a:t>블랙</a:t>
            </a:r>
            <a:r>
              <a:rPr lang="en-US" altLang="ko-KR" sz="900" dirty="0"/>
              <a:t>:2033</a:t>
            </a:r>
            <a:endParaRPr sz="9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9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공급가 포함</a:t>
            </a:r>
            <a:endParaRPr sz="9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8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10</a:t>
            </a:r>
            <a:r>
              <a:rPr lang="ko-KR" altLang="en-US" sz="900" dirty="0"/>
              <a:t>개</a:t>
            </a:r>
            <a:endParaRPr sz="9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964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색상</a:t>
            </a:r>
            <a:r>
              <a:rPr sz="900" b="0" dirty="0"/>
              <a:t> | </a:t>
            </a:r>
            <a:r>
              <a:rPr sz="900" b="0" dirty="0" err="1"/>
              <a:t>블랙</a:t>
            </a:r>
            <a:r>
              <a:rPr lang="en-US" sz="900" b="0" dirty="0"/>
              <a:t>,</a:t>
            </a:r>
            <a:r>
              <a:rPr lang="ko-KR" altLang="en-US" sz="900" b="0" dirty="0"/>
              <a:t>화이트</a:t>
            </a:r>
            <a:endParaRPr sz="900" b="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구성</a:t>
            </a:r>
            <a:r>
              <a:rPr sz="900" b="0" dirty="0"/>
              <a:t> </a:t>
            </a:r>
            <a:r>
              <a:rPr lang="en-US" altLang="ko-KR" sz="900" b="0" dirty="0"/>
              <a:t>|</a:t>
            </a:r>
            <a:r>
              <a:rPr lang="en-US" sz="900" b="0" dirty="0"/>
              <a:t> </a:t>
            </a:r>
            <a:r>
              <a:rPr lang="ko-KR" altLang="en-US" sz="900" b="0" dirty="0"/>
              <a:t>본체</a:t>
            </a:r>
            <a:r>
              <a:rPr lang="en-US" altLang="ko-KR" sz="900" dirty="0"/>
              <a:t>,</a:t>
            </a:r>
            <a:r>
              <a:rPr lang="ko-KR" altLang="en-US" sz="900" dirty="0"/>
              <a:t>거치대</a:t>
            </a:r>
            <a:r>
              <a:rPr lang="en-US" altLang="ko-KR" sz="900" dirty="0"/>
              <a:t>,</a:t>
            </a:r>
            <a:r>
              <a:rPr lang="ko-KR" altLang="en-US" sz="900" dirty="0"/>
              <a:t>재료투입구</a:t>
            </a:r>
            <a:r>
              <a:rPr lang="en-US" altLang="ko-KR" sz="900" dirty="0"/>
              <a:t>,</a:t>
            </a:r>
            <a:r>
              <a:rPr lang="ko-KR" altLang="en-US" sz="900" dirty="0" err="1"/>
              <a:t>누름봉</a:t>
            </a:r>
            <a:r>
              <a:rPr lang="en-US" altLang="ko-KR" sz="900" dirty="0"/>
              <a:t>,</a:t>
            </a:r>
            <a:r>
              <a:rPr lang="ko-KR" altLang="en-US" sz="900" dirty="0"/>
              <a:t>충전케이블</a:t>
            </a:r>
            <a:r>
              <a:rPr lang="en-US" altLang="ko-KR" sz="900" dirty="0"/>
              <a:t>(USB-C TYPE),</a:t>
            </a:r>
            <a:r>
              <a:rPr lang="ko-KR" altLang="en-US" sz="900" dirty="0" err="1"/>
              <a:t>채썰기</a:t>
            </a:r>
            <a:r>
              <a:rPr lang="ko-KR" altLang="en-US" sz="900" dirty="0"/>
              <a:t> 칼날</a:t>
            </a:r>
            <a:r>
              <a:rPr lang="en-US" altLang="ko-KR" sz="900" dirty="0"/>
              <a:t>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(1.5mm),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(3mm),</a:t>
            </a:r>
            <a:r>
              <a:rPr lang="ko-KR" altLang="en-US" sz="900" dirty="0"/>
              <a:t>분쇄 칼날</a:t>
            </a:r>
            <a:r>
              <a:rPr lang="en-US" altLang="ko-KR" sz="900" dirty="0"/>
              <a:t>,</a:t>
            </a:r>
            <a:r>
              <a:rPr lang="ko-KR" altLang="en-US" sz="900" dirty="0"/>
              <a:t>강판</a:t>
            </a:r>
            <a:endParaRPr sz="900" b="0" dirty="0"/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16F369-F0B9-0F7B-B760-32B3F449A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12" y="1737479"/>
            <a:ext cx="3657296" cy="335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0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7056"/>
            <a:ext cx="3063240" cy="204330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제스톰 텀블러 믹서기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텀블러와 믹서 기능을 하나로 결합한 휴대형 블렌딩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보온·보냉 최대 12시간 유지로 계절에 관계없이 실용적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20,000RPM 고속 회전과 26중 칼날로 짧은 시간 안에 강력한 블렌딩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304 소재와 450ml 용량으로 위생성과 휴대성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https://smartstore.naver.com/bestheim/products/12543132314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아이보리/블랙/핑크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믹서기헤드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C타입케이블, 텀블러 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실리콘빨대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09953"/>
            <a:ext cx="3063240" cy="29375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무선 탁상용 미니선풍기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570g 가벼운 무게로 책상·침실·캠핑 등 다양한 공간에서 편하게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C타입 충전 방식과 원터치 작동으로 누구나 쉽게 쓰는 미니 선풍기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상하 90도 각도 조절과 좌우 100도 자동회전으로 바람이 넓게 퍼지는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미끄럼 방지 구조로 탁상 위에서도 안정적인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https://smartstore.naver.com/bestheim/products/13458773532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선풍기, usb케이블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9224"/>
            <a:ext cx="3063240" cy="28389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진공흡착 핸디형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 방식으로 의류를 잡아주어 한 손으로도 편하게 다림질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즉시 쿨링 기능과 먼지 제거 필터로 사용 후 관리까지 간편한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400ml 물탱크와 전용 파우치 포함으로 실사용에 필요한 구성을 갖춘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베이지·블루 두 가지 컬러로 취향과 공간에 맞게 선택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https://smartstore.naver.com/bestheim/products/13365949499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베이지/블루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물탱크(400ml), 파우치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추카필터 2ea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  ESSER PRODUCT LINE-UP</a:t>
            </a:r>
            <a:endParaRPr lang="en-US" sz="720" dirty="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7427"/>
            <a:ext cx="3063240" cy="208256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모담 전기포트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자동출수와 7단계 출수 조절로 원하는 만큼 편하게 사용하는 전기포트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5도 단위 온도 조절로 차·분유·간단한 요리 준비까지 다양하게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차망이 포함되어 티포트처럼 사용할 수 있는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2.6L와 4.2L 용량 선택으로 가정과 사무실 환경에 맞춰 사용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https://smartstore.naver.com/bestheim/products/11058110884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뚜겅, 전원코드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차망, 세척솔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9389"/>
            <a:ext cx="3063240" cy="29986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에어프라이어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구조와 토네이도 에어홀로 위생적인 조리와 바삭한 식감을 동시에 살린 에어프라이어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스텐 회전팬과 사각팬 구조로 다양한 메뉴를 넉넉하게 조리하기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디바이더 증정으로 여러 식재료를 한 번에 나눠 조리할 수 있는 실용적인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간단한 다이얼 조작 방식으로 연령대에 관계없이 쉽게 사용하는 주방가전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https://smartstore.naver.com/bestheim/products/9972904284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팬, 바스켓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디바이더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8736"/>
            <a:ext cx="3063240" cy="3019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 슬로우 쿠커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본체와 내솥이 분리되어 세척과 관리가 쉬운 슬로우 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 내솥과 8가지 조리 기능으로 찜·죽·탕 등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디지털 온도·시간 조절로 조리 상태를 쉽게 맞출 수 있는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예약 최대 24시간 기능으로 바쁜 일상에서도 편리하게 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https://smartstore.naver.com/bestheim/products/10002927274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내솥,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전원케이블, 계량컵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7488"/>
            <a:ext cx="3063240" cy="31024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만능 보풀제거기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스위치 방식으로 간편하게 의류 보풀을 관리하는 생활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3엽 회전날과 보풀 제거망으로 옷감 표면을 깔끔하게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다리미식 손잡이 구조로 손에 편하게 잡히는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19,900원 소비자가로 부담 없이 제안하기 좋은 생활잡화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https://smartstore.naver.com/bestheim/products/10003339224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0961"/>
            <a:ext cx="3063240" cy="3035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포터블 트라이탄 무선 블렌더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700ml 넉넉한 용량과 650g 가벼운 무게를 함께 갖춘 무선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18,000RPM 회전수와 스테인리스 10중날로 빠르고 균일하게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트라이탄 용기와 IPX7 방수 구조로 휴대와 세척이 편한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스트랩·세척솔·USB 케이블 포함으로 바로 사용하기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https://smartstore.naver.com/bestheim/products/11947876950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블랙/화이트/올리브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세척솔, 스트랩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USB케이블, 용기 하단 뚜껑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1549"/>
            <a:ext cx="3063240" cy="3074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멀티 칼갈이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세라믹·숫돌·인조금강석 3종 구조로 칼날 상태에 맞춰 관리하는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 IN 1 구조로 여러 관리 기능을 하나에 담아 보관 부담이 적은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형태와 미끄럼 방지 바닥으로 손에 편하고 안정적인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18,900원 소비자가로 부담 없이 제안하기 좋은 주방 소모품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https://smartstore.naver.com/bestheim/products/10003706870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729"/>
            <a:ext cx="3063240" cy="3051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니카사 진공 흡착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흡착과 고온 스팀으로 의류 주름과 관리 고민을 함께 줄여주는 프리미엄 의류관리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듀얼 쿨링 시스템과 2중 안전 보호 구조로 안심하고 사용할 수 있는 설계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99.99% 살균, 99% 이상 탈취 기능으로 위생적인 의류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스탠드 거치대와 보관 파우치 포함으로 사용과 보관이 편한 패키지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https://smartstore.naver.com/esrshop/products/12838986912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물탱크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스펀지필터 2EA, 스탠드 거치대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지퍼형 보관파우치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5323"/>
            <a:ext cx="3063240" cy="30467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브이나인 치약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저자극·자연 유래 성분 콘셉트로 매일 부담 없이 사용하는 구강관리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구취·충치·치태 관리 등 소비자가 쉽게 이해할 수 있는 기능 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잇몸과 치주 건강을 함께 고려한 케어형 치약 이미지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150g 대용량 단품 구성으로 꾸준한 사용과 반복 구매에 적합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https://smartstore.naver.com/esrshop/products/6664547176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709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8764"/>
            <a:ext cx="3063240" cy="3079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하트앤홈 캔들 향초 양초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소이캔들과 코튼 심지로 부드럽고 편안한 향초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유해성분 안전 검사 합격으로 안심하고 사용할 수 있는 향기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115g 단품 구성으로 선물용·인테리어 소품용으로 부담 없는 사이즈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9,000원 소비자가로 가볍게 제안하기 좋은 라이프스타일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https://smartstore.naver.com/esrshop/products/13523244383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433"/>
            <a:ext cx="3063240" cy="2898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롱롱 그린백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식약처 인증과 항균력 테스트 완료로 신선보관에 대한 신뢰를 높인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부패 억제 인증 메시지로 식재료를 더 오래 보관하고 싶은 고객 니즈에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S/M/L/XL 다양한 사이즈로 식재료와 보관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냉장고 정리와 식재료 보관 고민을 직접적으로 덜어주는 생활용품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https://smartstore.naver.com/esrshop/products/6961389624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8247"/>
            <a:ext cx="3063240" cy="3040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3단 접이식 토퍼 매트리스 15CM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15cm 고밀도 토퍼로 편안하고 안정적인 수면 환경을 만드는 침구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복원력 중심 설계로 오래 사용해도 꺼짐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 접이식 구조로 보관과 이동이 쉬워 공간 활용에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 사이즈로 1인 가구부터 가족 침실까지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https://smartstore.naver.com/esrshop/products/13457874400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11CM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11cm 두께로 쿠션감과 보관성을 균형 있게 갖춘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소재와 복원력 중심 설계로 오래 사용해도 편안한 수면감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멀티싱글부터 킹까지 폭넓은 사이즈로 1인 가구와 가족 침실 모두에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네이비·차콜·그레이베이지 컬러로 침실 분위기에 맞춰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https://smartstore.naver.com/esrshop/products/13457623256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7CM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7cm 두께로 부담 없이 사용하기 좋은 실속형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복원력 설계로 바닥 생활이나 보조 매트리스용으로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멀티싱글·슈퍼싱글·퀸·킹 사이즈로 생활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가격 접근성이 좋아 첫 구매나 추가 구매를 유도하기 좋은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https://smartstore.naver.com/esrshop/products/13457598363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4933"/>
            <a:ext cx="3063240" cy="3147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올인원 파워에잇 저주파 마사지기 5종세트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EMS 전기 자극과 25Hz 저주파로 집에서도 간편하게 사용하는 홈케어 마사지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15단계 강도 조절로 컨디션과 사용 부위에 맞춰 섬세하게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팔·다리·복부 패치 구성으로 원하는 부위를 편하게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충전 부담이 적어 일상 속에서 반복 사용하기 좋은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https://smartstore.naver.com/esrshop/products/5406165617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기본체1P, 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다리용 패치2P, 복부용패치2P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558"/>
            <a:ext cx="3063240" cy="3052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촉촉한 영양 맛밤 50G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50g 소포장으로 부담 없이 즐기기 좋은 간편 영양 간식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단밤 100% 콘셉트로 원물 간식의 장점을 직관적으로 보여주는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1개·10개·20개·30개 구성으로 단품 구매부터 묶음·대량 판매까지 운영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옐로우 패키지 톤으로 간식 카테고리 안에서 눈에 잘 띄는 디자인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https://smartstore.naver.com/esrshop/products/13263121749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옐로우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1, 10, 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30개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3903"/>
            <a:ext cx="3063240" cy="31496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홈쇼핑 빨간다리미 쫙쫙 스팀 왕 2in1
습식 건식 회전식 핸디형 미니 레드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건식·습식 2 IN 1 시스템으로 의류 상태에 맞춰 사용하는 스팀 다리미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13개 스팀 홀로 강한 스팀 분사와 살균 케어를 함께 담은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회전식 손잡이로 사용 후 보관까지 편한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직관적인 다이얼 방식으로 복잡한 조작 없이 누구나 쉽게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https://smartstore.naver.com/esrshop/products/13437341490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레드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전용 받침대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4695"/>
            <a:ext cx="3063240" cy="28280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부산 범일동 2대째 소문난 원조 장어구이
들깨장어탕 8인분/16인분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국내산 장어를 사용해 든든하게 즐기는 보양식형 간편식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부산 범일동 유명 맛집 스토리로 지역성과 신뢰를 함께 담은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8인분·16인분 구성으로 가족 식사와 선물 수요에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실온보관이 가능해 배송과 보관이 편한 간편식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https://smartstore.naver.com/esrshop/products/12107054052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22  ESSER PRODUCT LINE-UP</a:t>
            </a:r>
            <a:endParaRPr lang="en-US" sz="72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F4C0342-3DF3-337A-C5C2-29113D5D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1" y="1964627"/>
            <a:ext cx="3328417" cy="2928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봉황김치 모음전 당일제조 국내산 100%
3kg/5kg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HACCP 인증 기반으로 믿고 구매할 수 있는 국내산 김치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당일제조 콘셉트로 신선한 제조 과정과 품질 이미지를 직관적으로 전달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원자재와 부자재 100% 국내산으로 원산지를 중요하게 보는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3kg·5kg 구성으로 가정용부터 대량 구매까지 선택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https://smartstore.naver.com/esrshop/products/8788607494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멀티쿠커 6L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전골팬·찜기·그릴을 한 번에 담은 6L 멀티쿠커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전골과 찜을 동시에 조리할 수 있어 홈파티나 가족 식사에 잘 어울리는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논스틱 코팅과 핫플레이트 방식으로 식탁 위에서도 편하게 조리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내열 강화유리 뚜껑과 스팀홀로 조리 상태를 쉽게 확인할 수 있는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https://smartstore.naver.com/bestheim/products/11134511548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 SET(본체,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구이팬, 찜기, 전골팬, 레시피)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3239"/>
            <a:ext cx="3063240" cy="3030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톰슨 음파칫솔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분당 3.2만 회 음파진동으로 구강을 꼼꼼하게 관리하는 전동칫솔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5가지 모드로 클리닝·화이트닝·마사지·민감 케어까지 상황에 맞춰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무접점 충전과 방수 기능으로 욕실에서도 편하게 쓰기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듀폰사 브러쉬와 라운딩 칫솔모로 잇몸에 부담이 적은 부드러운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https://smartstore.naver.com/esrshop/products/13166614060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무접점 충전기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 어댑터, 칫솔모 2EA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클레르 클렌징 듀얼 브러쉬1EA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687"/>
            <a:ext cx="3063240" cy="32820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 살균과 히팅건조 기능으로 칫솔을 위생적으로 관리하는 욕실 케어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10분 UV 살균, 50분 히팅건조 구조로 매일 쓰는 칫솔을 깔끔하게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살균 테스트 완료 메시지로 안심하고 사용할 수 있는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음파칫솔과 함께 구성하면 구강 케어 세트 상품으로 제안하기 좋음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https://smartstore.naver.com/esrshop/products/13197931199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UV-c 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UVC 279nm 방식으로 1분 안에 간편하게 살균 케어하는 소형 살균기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센서 자동 ON/OFF 기능으로 안전하게 사용할 수 있는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6시간마다 자동살균이 작동해 생활 속 위생 관리를 꾸준히 돕는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무선충전 방식과 최대 33일 사용으로 설치와 사용 부담이 적은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https://smartstore.naver.com/esrshop/products/6290878983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UV 변기살균기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고정거치대, USB충전선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27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12898"/>
            <a:ext cx="3063240" cy="15316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경량청소기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650g 가벼운 무게와 18,000PA 흡입력으로 성능과 휴대성을 함께 갖춘 무선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2중 필터로 생활 먼지를 깔끔하게 관리하는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2시간 40분 초고속 충전, 최대 35분 사용으로 일상 청소에 부담 없이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핸들링과 롤브러쉬 헤드로 좁은 공간도 편하게 청소 가능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https://smartstore.naver.com/bestheim/products/10650784145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화이트/다크그레이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롤브러쉬 헤드, 먼지통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금속필터, 먼지필터, 본체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틈새브러쉬 헤드, 충전어댑터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연장관 / 부착용 후크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베이직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진공흡입과 물걸레 청소를 한 번에 해결하는 올인원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LCD·음성안내·이지컨트롤로 처음 사용하는 사람도 쉽게 조작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자동세척 기능과 셀프 스탠딩 구조로 사용 후 관리가 편한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최대 37분 사용으로 넓은 공간 청소에도 적합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https://smartstore.naver.com/bestheim/products/10979740560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프로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진공흡입·물걸레·자동세척·건조까지 한 번에 관리하는 프로형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LCD와 음성안내로 고급 청소기를 쓰는 듯한 직관적인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5500pa 흡입력과 13등급 헤파필터로 먼지까지 꼼꼼하게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무선 구조로 집 안 곳곳을 편하게 이동하며 청소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https://smartstore.naver.com/bestheim/products/11126523902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9372"/>
            <a:ext cx="3063240" cy="2958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기화식 가습기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자연기화식 가습 방식으로 실내 습도를 쾌적하게 관리하는 가습기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필터 자동건조 구조로 세균 번식 걱정을 덜어주는 관리형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4.1L 대용량 수조와 최대 10시간 사용으로 하루 사용에 넉넉한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리모컨·타이머·5가지 모드로 생활 패턴에 맞춰 편하게 조절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https://smartstore.naver.com/bestheim/products/12602334011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 오렌지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물통, 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어댑터, 리모컨, 사용설명서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31  ESSER PRODUCT LINE-UP</a:t>
            </a:r>
            <a:endParaRPr lang="en-US" sz="720"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84044"/>
            <a:ext cx="3063240" cy="238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스텐두유제조기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304와 내열유리 뚜껑으로 위생적이고 조리 상태를 확인하기 쉬운 두유제조기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8가지 조리모드와 예약·세척 패널로 두유뿐 아니라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10중 칼날과 저소음 설계로 재료를 곱게 갈고 조용하게 사용하는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41가지 레시피북 증정으로 구매 후 여러 메뉴를 바로 만들어보기 좋은 구성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https://smartstore.naver.com/bestheim/products/10244538596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다크그레이/딥그린/아이보리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3276"/>
            <a:ext cx="3063240" cy="30508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356g 초경량 설계로 손목 부담이 적은 전문가형 헤어드라이어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저소음 78dB, 3단계 온도·풍량 조절로 매일 편하게 사용하는 뷰티가전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백플로우 오토클리닝과 분리형 외부 필터로 위생 관리가 쉬운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쿨샷 전환과 잠금 설정으로 원하는 스타일을 안정적으로 마무리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https://smartstore.naver.com/bestheim/products/12492908013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5129"/>
            <a:ext cx="3063240" cy="3107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에어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 기반의 고성능 헤어드라이어로 프리미엄 뷰티가전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356g 초경량과 인체공학 디자인으로 오래 사용해도 손목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3단계 온도·풍량 조절과 쿨샷 모드로 다양한 헤어 스타일링에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오토클리닝과 분리형 필터로 위생 관리와 제품 관리가 쉬운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https://smartstore.naver.com/esrshop/products/9200065543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34  ESSER PRODUCT LINE-UP</a:t>
            </a:r>
            <a:endParaRPr lang="en-US" sz="720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0531"/>
            <a:ext cx="3063240" cy="195635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양면도마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 IN 1 양면 구조로 재료별로 구분해 위생적으로 사용하는 도마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스틸 소재로 세척이 쉽고 오래 쓰기 좋은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미니 강판과 다층 구조 설계로 손질부터 조리 준비까지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290×390mm 사이즈로 가정용 주방에서 부담 없이 쓰기 좋은 규격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https://smartstore.naver.com/bestheim/products/10627758829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35  ESSER PRODUCT LINE-UP</a:t>
            </a:r>
            <a:endParaRPr lang="en-US" sz="720"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8981"/>
            <a:ext cx="3063240" cy="24994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매직그린행주 1+1 40장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PVA 소재로 물기와 기름기를 빠르게 닦아내는 실용형 행주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반복 사용이 가능해 일회용품 사용을 줄이고 생활비 부담도 덜어주는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항균 감소 테스트와 5대 유해물질 불검출로 안심하고 사용하는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40장 구성으로 가정 비축용이나 대량 사용에 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https://smartstore.naver.com/esrshop/products/9244936053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행주6장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슬림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구조로 옷장 공간을 넓고 깔끔하게 쓰기 좋은 정리형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형태로 티셔츠·니트 등 의류 핏을 자연스럽게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논슬립 코팅으로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무독성 소재 메시지로 가족 모두 안심하고 사용할 수 있는 옷걸이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https://smartstore.naver.com/bestheim/products/11724973376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222222"/>
                </a:solidFill>
                <a:latin typeface="Noto Sans CJK KR"/>
              </a:rPr>
              <a:t>B2B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거래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검토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조건</a:t>
            </a:r>
            <a:endParaRPr sz="1300" b="1" dirty="0">
              <a:solidFill>
                <a:srgbClr val="222222"/>
              </a:solidFill>
              <a:latin typeface="Noto Sans CJK K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:5701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:14004</a:t>
            </a:r>
            <a:endParaRPr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걸이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바지·치마 전용 구조로 하의 보관과 옷장 정리를 함께 해결하는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슬림한 형태로 옷장 공간을 더 넓고 깔끔하게 쓰기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 컬러로 옷장 안을 통일감 있게 정리하기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https://smartstore.naver.com/bestheim/products/11725134041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lang="en-US"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lang="ko-KR" altLang="en-US" sz="900" b="0" dirty="0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48D779-A4C8-A00A-D7CD-2037962EA803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02CD02-43C6-90B7-ABF4-2ADCA48C0275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8B5F52-0188-3673-268D-D1419F5F66C3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94B16E-A0A6-860B-6A06-F2290B836B38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A16E93-DAD2-EE0C-FE23-27551B4F28D0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:5529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:6014</a:t>
            </a:r>
            <a:endParaRPr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라운드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라운드형 구조로 티셔츠·니트·가디건을 깔끔하게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 라인을 자연스럽게 받쳐 의류 형태를 오래 유지하기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디자인으로 좁은 옷장도 넓고 정돈감 있게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https://smartstore.naver.com/bestheim/products/11721748854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93BEB6-DC24-1DC9-A3D1-CB4F99C72ED2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5AA5F6-FB6F-5B12-1102-79C5E662FB9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A551FD-F7B4-4396-7651-80E86E949720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487C60-4BB8-0D16-66E8-E5E1E289AC1B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4289AA-6113-B26C-ED77-E6AD9D7F5664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:6525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:11190</a:t>
            </a:r>
            <a:endParaRPr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집게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집게형 구조로 바지·치마를 깔끔하게 고정하는 하의 전용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보관감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형태로 옷장 안 하의 수납 공간을 효율적으로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 운영으로 옷장 분위기에 맞춰 세트 구성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https://smartstore.naver.com/bestheim/products/11725497707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01229B-FDA0-8122-D555-36FAF913C956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226B7D-5D0C-853C-A45A-90535D27A45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37A34A-F2A0-F4BB-07D3-DA55ADE41D57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ADE9C3-811B-D844-888D-DD7B6953527E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50CEFF-FABF-5BAF-9122-DE5C232770AA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:25426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:8993</a:t>
            </a:r>
            <a:endParaRPr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아우터형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아우터형 구조로 자켓·코트·패딩처럼 무게감 있는 의류를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인체공학적 형태로 의류 처짐을 줄이고 형태를 안정적으로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코팅으로 두꺼운 옷도 쉽게 흘러내리지 않는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사이즈로 계절 의류를 정리하면서 옷장 공간도 깔끔하게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https://smartstore.naver.com/bestheim/products/11725606865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6701"/>
            <a:ext cx="3063240" cy="2844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프라임 논슬립
어깨뿔방지 옷걸이 60p [프라임세트]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60P 프라임 세트 구성으로 옷장 전체를 한 번에 정리하기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어깨뿔 방지와 논슬립 기능을 함께 담은 고급형 옷걸이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라운드·슬림·아우터·하의용 등 다양한 의류 타입에 맞춰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컬러로 옷장과 드레스룸을 깔끔하게 연출하기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https://smartstore.naver.com/bestheim/products/13626329807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60EA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16" y="1298448"/>
            <a:ext cx="2278488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공법을 담은 프리미엄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식물성 원료 3종을 기반으로 자연스럽고 부드러운 케어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페이퍼케이스·틴케이스·쇼핑백 구성으로 선물 세트로서의 완성도가 높은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https://brand.naver.com/lasavonneriedenyons/products/8894960504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2145"/>
            <a:ext cx="3063240" cy="3093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프로방스 무드를 담은 프랑스 전통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오래 쓰는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각질·블랙헤드·메이크업 세정까지 고려한 데일리 클렌징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 6P와 틴케이스 4P 구성으로 선물 세트로도 만족도 높은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https://brand.naver.com/lasavonneriedenyons/products/13267380626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4875"/>
            <a:ext cx="3063240" cy="2987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코트다쥐르 콘셉트를 담은 프리미엄 프랑스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부드러운 사용감을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100일 제조 시간 스토리로 장인정신과 고급스러운 이미지를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https://brand.naver.com/lasavonneriedenyons/products/8894961019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틴케이스와 100g 비누 구성으로 휴대와 보관이 쉬운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공법으로 고급스러운 품질감을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자연스럽고 부드러운 클렌징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12,900원 소비자가로 체험 구매와 향별 수집 구매에 어울리는 가격대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https://brand.naver.com/lasavonneriedenyons/products/9106541980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4839"/>
            <a:ext cx="3063240" cy="3027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200g 용량의 틴케이스 비누로 넉넉하게 오래 쓰기 좋은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유지되는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 패키지로 사용 후 보관이 쉽고 선물용으로도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원산지와 전통 제조 스토리로 프리미엄 이미지를 담은 비누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https://brand.naver.com/lasavonneriedenyons/products/8161997339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8633"/>
            <a:ext cx="3063240" cy="2960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대형 틴케이스와 100g 비누 4개로 구성된 선물형 패키지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100일 제조 스토리로 프리미엄 감성을 담은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원료와 트리플밀드 공법으로 부드럽고 단단한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15×15cm 대형 틴케이스로 보관·장식·재사용까지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https://brand.naver.com/lasavonneriedenyons/products/6420150396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대형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100g 비누1p x 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델브미 올리브오일 100포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낮은 산도 0.16과 유기농 100% 원료로 완성한 프리미엄 올리브오일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스페인 안달루시아 단일품종 원료를 사용해 원산지 스토리가 분명한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폴리페놀 750mg, 올레오칸탈 44mg 함유로 건강한 오일 섭취를 원하는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USDA 인증 원료와 국내 유기가공인증으로 안심하고 선택할 수 있는 제품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https://smartstore.naver.com/esrshop/products/12874218820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100포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0561320" cy="5852160"/>
          </a:xfrm>
          <a:prstGeom prst="roundRect">
            <a:avLst/>
          </a:prstGeom>
          <a:solidFill>
            <a:srgbClr val="1D222D"/>
          </a:solidFill>
          <a:ln w="6350">
            <a:solidFill>
              <a:srgbClr val="3C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132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834640"/>
            <a:ext cx="7498079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검토 및 협업 제안을 기다립니다.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547872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50" b="0">
                <a:solidFill>
                  <a:srgbClr val="CECAC1"/>
                </a:solidFill>
                <a:latin typeface="Noto Sans CJK KR"/>
                <a:ea typeface="Noto Sans CJK KR"/>
                <a:cs typeface="Noto Sans CJK KR"/>
              </a:rPr>
              <a:t>ESSER Product Proposal · 2026 Product Line-up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84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HOME APPLIANCE · LIVING · BEAUTY &amp; CARE · FOOD · SLEEP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5683</Words>
  <Application>Microsoft Office PowerPoint</Application>
  <PresentationFormat>와이드스크린</PresentationFormat>
  <Paragraphs>1241</Paragraphs>
  <Slides>56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1" baseType="lpstr">
      <vt:lpstr>Noto Sans CJK KR</vt:lpstr>
      <vt:lpstr>맑은 고딕</vt:lpstr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Esser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에쎄르 상품 제안서</dc:title>
  <dc:subject>Redesigned product proposal deck</dc:subject>
  <dc:creator>OpenAI</dc:creator>
  <cp:lastModifiedBy>해성</cp:lastModifiedBy>
  <cp:revision>14</cp:revision>
  <dcterms:created xsi:type="dcterms:W3CDTF">2026-07-01T00:07:58Z</dcterms:created>
  <dcterms:modified xsi:type="dcterms:W3CDTF">2026-07-15T01:00:45Z</dcterms:modified>
</cp:coreProperties>
</file>