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256" r:id="rId8"/>
    <p:sldId id="292" r:id="rId45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1800" b="1"/>
              <a:t>신규테스트상품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900"/>
              <a:t>detail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100원</a:t>
            </a:r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80원</a:t>
            </a:r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10개</a:t>
            </a:r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무료</a:t>
            </a:r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5</a:t>
            </a:r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/>
              <a:t>색상|블랙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43,000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1800" b="1"/>
              <a:t>바지치마걸이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/>
              <a:t/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111원</a:t>
            </a:r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222원</a:t>
            </a:r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재고X</a:t>
            </a:r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배송Y</a:t>
            </a:r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>3p</a:t>
            </a:r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/>
              <a:t>색상|화이트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/>
              <a:t/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