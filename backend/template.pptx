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store.naver.com/bestheim/products/1359032125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걸이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